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22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+ STREAMLIT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Research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84048" y="29992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Multilingual · Real-Time · 4 News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5943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639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Prashant Singh</a:t>
            </a:r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   ·   Data Science &amp; LLM Portfolio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37944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7944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LangChain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5736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NewsAPI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53528" y="4114800"/>
            <a:ext cx="1335024" cy="329184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4114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deep-translator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📰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What &amp; Why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977640" cy="100584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❗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Researchers spend hours browsing multiple news sites to gather, read, and understand what's happening on any topic across the world.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78992"/>
            <a:ext cx="425196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7899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✅ Our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1728" y="14264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One search → 4 APIs fetched → AI reads everything → Delivers a structured, accurate summary in your language in seconds.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2048256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40280"/>
            <a:ext cx="204825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Universal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Any topic: politics, sports,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health, tech, entertainment,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weather, disasters &amp; more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2240280"/>
            <a:ext cx="2048256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2240280"/>
            <a:ext cx="20482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542032" y="301752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 Summarization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333756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Groq LLaMA 3.3-70b via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LangChain LCEL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gives structured summaries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2240280"/>
            <a:ext cx="2048256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2240280"/>
            <a:ext cx="204825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18304" y="301752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24 Languages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18304" y="333756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Auto-detects language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query. Translates without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re-fetching news articles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03136" y="2240280"/>
            <a:ext cx="2048256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2240280"/>
            <a:ext cx="204825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0064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⬇️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94576" y="301752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Export &amp; 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33756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Download as PDF, TXT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JSON. Stats cards show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articles, sources &amp; model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987552"/>
            <a:ext cx="950976" cy="9509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98755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1168" y="2029968"/>
            <a:ext cx="17190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206654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User Input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1168" y="2395728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Query + Language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+ Category + Date Range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0" y="2578608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4688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5728" y="987552"/>
            <a:ext cx="950976" cy="9509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95728" y="98755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975104" y="2029968"/>
            <a:ext cx="17190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75104" y="206654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4 News APIs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75104" y="2395728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NewsAPI · GNews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Guardian · NewsData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94176" y="2578608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4688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9664" y="987552"/>
            <a:ext cx="950976" cy="950976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9664" y="98755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749040" y="2029968"/>
            <a:ext cx="17190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206654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Clean &amp; Merge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49040" y="2395728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Dedup by URL+title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news_fetcher.py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68112" y="2578608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4688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987552"/>
            <a:ext cx="950976" cy="9509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98755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522976" y="2029968"/>
            <a:ext cx="17190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22976" y="206654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LLM Summary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22976" y="2395728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Groq LLaMA 3.3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LangChain LCEL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42048" y="2578608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24688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17536" y="987552"/>
            <a:ext cx="950976" cy="9509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17536" y="98755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296912" y="2029968"/>
            <a:ext cx="17190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96912" y="206654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Translate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96912" y="2395728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deep-translator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24 languages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3310128"/>
            <a:ext cx="874166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3310128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⬇  Streamlit UI Renders Output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" y="3602736"/>
            <a:ext cx="1664208" cy="475488"/>
          </a:xfrm>
          <a:prstGeom prst="rect">
            <a:avLst/>
          </a:prstGeom>
          <a:solidFill>
            <a:srgbClr val="0A1628">
              <a:alpha val="1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36027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📌 AI Summary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56816" y="3602736"/>
            <a:ext cx="1664208" cy="475488"/>
          </a:xfrm>
          <a:prstGeom prst="rect">
            <a:avLst/>
          </a:prstGeom>
          <a:solidFill>
            <a:srgbClr val="0A1628">
              <a:alpha val="1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6816" y="36027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📊 Stats Cards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12464" y="3602736"/>
            <a:ext cx="1664208" cy="475488"/>
          </a:xfrm>
          <a:prstGeom prst="rect">
            <a:avLst/>
          </a:prstGeom>
          <a:solidFill>
            <a:srgbClr val="0A1628">
              <a:alpha val="1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12464" y="36027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📄 Source Articles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68112" y="3602736"/>
            <a:ext cx="1664208" cy="475488"/>
          </a:xfrm>
          <a:prstGeom prst="rect">
            <a:avLst/>
          </a:prstGeom>
          <a:solidFill>
            <a:srgbClr val="0A1628">
              <a:alpha val="1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36027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⬇️ PDF/TXT/JSON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23760" y="3602736"/>
            <a:ext cx="1664208" cy="475488"/>
          </a:xfrm>
          <a:prstGeom prst="rect">
            <a:avLst/>
          </a:prstGeom>
          <a:solidFill>
            <a:srgbClr val="0A1628">
              <a:alpha val="1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602736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🌐 Translated Text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01168" y="4224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Tech Stack: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371600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3.10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70048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70048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LangChain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968496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68496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 API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66944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6944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65392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deep-translator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63840" y="4224528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fpdf2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Sources — 4 APIs Integrated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208483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24128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📡  NewsAPI.org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" y="1920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18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Free: 100 req/day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847088"/>
            <a:ext cx="2084832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14 language codes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274320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Category: sports/health/tech/business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3218688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Sort: relevancy/date/popularity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3694176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Date-range from-to filter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024128"/>
            <a:ext cx="208483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1024128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🌍  GNews.io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23744" y="1920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Free: 100 req/day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95728" y="1847088"/>
            <a:ext cx="2084832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Google News aggregator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05456" y="274320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26 language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05456" y="3218688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Country targeting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05456" y="3694176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High relevance scoring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1024128"/>
            <a:ext cx="2084832" cy="82296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08576" y="1024128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📰  The Guardian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36592" y="1920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A4480">
              <a:alpha val="18000"/>
            </a:srgbClr>
          </a:solidFill>
          <a:ln w="7620">
            <a:solidFill>
              <a:srgbClr val="1A4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480"/>
                </a:solidFill>
              </a:rPr>
              <a:t>Free: Unlimited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08576" y="1847088"/>
            <a:ext cx="2084832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Premium quality journalism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8304" y="274320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Full article trail 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3218688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Deep date-range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694176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Section &amp; tag filtering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21424" y="1024128"/>
            <a:ext cx="208483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21424" y="1024128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🗂️  NewsData.io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49440" y="1920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Free: 200 req/day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21424" y="1847088"/>
            <a:ext cx="2084832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13 language codes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31152" y="274320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Sentiment + category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31152" y="3218688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Country-level feeds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31152" y="3694176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✔  Image URLs included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4681728"/>
            <a:ext cx="8778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68172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🔁  All 4 sources merged &amp; deduplicated by URL + title — users never see duplicate articles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 — Groq LLaMA 3.3 + LangChain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Model Configuration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Provider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1408" y="1463040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14630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Groq (Free Tier)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21408" y="1938528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93852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llama-3.3-70b-versatile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Temperature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21408" y="2414016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4140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0.3  (factual)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895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Max Tokens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21408" y="2889504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88950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1,800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64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21408" y="3364992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36499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LangChain LCEL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Chain Pattern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21408" y="3840480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3840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prompt | llm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 Type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21408" y="4315968"/>
            <a:ext cx="2066544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43159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AIMessage.content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107899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AI Output Structure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0" y="1463040"/>
            <a:ext cx="42976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1463040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75504" y="151790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Highlights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75504" y="1828800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3-5 critical bullet points from all articles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331720"/>
            <a:ext cx="42976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331720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175504" y="23865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Full Summary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75504" y="2697480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2-3 paragraphs synthesizing all sources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200400"/>
            <a:ext cx="42976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3200400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175504" y="325526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75504" y="3566160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concise must-remember points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4069080"/>
            <a:ext cx="42976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0" y="4069080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175504" y="412394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Important Notes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75504" y="4434840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 conflicts, caveats, missing data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🐛 Critical Bug Fixed: result.content.strip()  not  result.strip()  — AIMessage object must use .content property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— 24 Languages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How language switching works (no re-search):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389888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3898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" y="22311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Dropdown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Select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" y="13898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18488" y="1389888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18488" y="13898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7048" y="22311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Type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Query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8608" y="13898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35808" y="1389888"/>
            <a:ext cx="777240" cy="77724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35808" y="13898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44368" y="22311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Detect Lang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5928" y="13898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3128" y="1389888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53128" y="13898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61688" y="22311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State Store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13248" y="13898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70448" y="1389888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70448" y="13898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79008" y="22311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Translate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Only 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85953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16352"/>
            <a:ext cx="8595360" cy="420624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Query example: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"Ukraine war in Hindi"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→  Language auto-detected as Hindi  →  Summary translated without re-fetching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All 24 supported languages: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" y="370332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🇺🇸 English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3703320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3703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🇺🇸 English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93392" y="370332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🇪🇸 Spanish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93392" y="3703320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3703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🇪🇸 Spanish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85616" y="370332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🇵🇹 Portuguese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85616" y="3703320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3703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🇵🇹 Portuguese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370332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🇩🇪 German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3703320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703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🇩🇪 German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70064" y="370332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0064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🇳🇱 Dutch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70064" y="3703320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0064" y="3703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🇳🇱 Dutch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1168" y="4105656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" y="410565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🇷🇺 Russian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1168" y="4105656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" y="41056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🇷🇺 Russian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993392" y="4105656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93392" y="410565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🇯🇵 Japanese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993392" y="4105656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93392" y="41056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🇯🇵 Japanese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85616" y="4105656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85616" y="410565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🇰🇷 Korean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85616" y="4105656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85616" y="41056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🇰🇷 Korean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77840" y="4105656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410565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🇨🇳 Mandarin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77840" y="4105656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41056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🇨🇳 Mandarin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70064" y="4105656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0064" y="410565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🇫🇷 French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370064" y="4105656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0064" y="41056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🇫🇷 French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01168" y="4507992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1168" y="450799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🇸🇦 Arabic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01168" y="4507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1168" y="450799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🇸🇦 Arabic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93392" y="4507992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450799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Hindi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993392" y="4507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93392" y="450799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Hindi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785616" y="4507992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85616" y="450799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Urdu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85616" y="4507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85616" y="450799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Urdu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577840" y="4507992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7840" y="450799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Bengali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577840" y="4507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450799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Bengali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370064" y="4507992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70064" y="450799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Tamil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70064" y="4507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70064" y="450799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Tamil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01168" y="4910328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1168" y="491032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Telugu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01168" y="4910328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01168" y="491032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Telugu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993392" y="4910328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93392" y="491032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Marathi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993392" y="4910328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1A448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993392" y="491032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Marathi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785616" y="4910328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491032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Gujarati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785616" y="4910328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85616" y="491032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Gujarati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577840" y="4910328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577840" y="491032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Kannada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577840" y="4910328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77840" y="491032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Kannada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370064" y="4910328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70064" y="491032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🇮🇳 Malayalam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370064" y="4910328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370064" y="491032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🇮🇳 Malayalam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Complete UI Functionality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73152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1115568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Dark / Light Theme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1426464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Theme toggle at top-right corner. CSS injected via session_state — instant switch, no page reload.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024128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024128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94376" y="1115568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11 News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4376" y="1426464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Business · Sports · Health · Science · Tech · General · Entertainment · Weather · Disasters · Policy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048256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157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" y="2139696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Date Range Picker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" y="245059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From-date &amp; to-date inputs in sidebar. All 4 APIs respect the date range for targeted news retrieval.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048256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048256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157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94376" y="2139696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Stats Dashboard Cards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94376" y="245059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Total articles · Active sources · Summary word count · AI model name · Output language — all as cards.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072384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72384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3182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95528" y="3163824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 Export Formats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" y="347472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PDF (fpdf2 — works offline) · TXT (full plain text report) · JSON (structured data for developers).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27448" y="3072384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27448" y="3072384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182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🔘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94376" y="3163824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Article Toggle Switch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347472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Toggle button to show/hide individual source articles. Sidebar checkbox to also show English summary.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096512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096512"/>
            <a:ext cx="73152" cy="9144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" y="4206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🔃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95528" y="4187952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Sort Options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5528" y="449884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Sort news by Relevancy, Published Date, or Popularity — applies to all NewsAPI searches.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27448" y="4096512"/>
            <a:ext cx="431596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27448" y="4096512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4206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294376" y="4187952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Smart Query Detection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94376" y="449884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Write 'IPL 2024 in Hindi' — the app strips 'in Hindi', sets Hindi language, and searches cleanly.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 — 9 Files Explained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834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news_research_tool/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" y="14264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556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langchain_config.py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0848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news_fetcher.py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4140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languages.py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7432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translator.py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30723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pdf_generator.py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401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730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40599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.streamlit/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43891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config.toml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7315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0424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1298448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Main Streamlit UI. Theme toggle, session_state, language switching, search logic, stats cards, downloads.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664208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64208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7007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langchain_config.py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1956816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Groq LLaMA 3.3 init, LangChain LCEL chain, prompt template, AI summary with .content bug-fix.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322576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322576"/>
            <a:ext cx="73152" cy="56692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3591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news_fetcher.py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64992" y="2615184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Fetches from all 4 APIs, normalizes &amp; deduplicates articles by URL and title similarity.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2980944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980944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0175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64992" y="3273552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24 language config with translation/NewsAPI/GNews codes. detect_language_from_query() function.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639312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639312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6758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translator.py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64992" y="3931920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Wraps deep-translator. Chunks 4500 chars. Graceful fallback. No API key needed.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46120" y="4297680"/>
            <a:ext cx="5623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4297680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43342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pdf_generator.py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64992" y="4590288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fpdf2-based PDF with custom header, sections, article list. Also generates TXT and JSON exports.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LangChain Pipeline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5029200" cy="3950208"/>
          </a:xfrm>
          <a:prstGeom prst="rect">
            <a:avLst/>
          </a:prstGeom>
          <a:solidFill>
            <a:srgbClr val="0F192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24128"/>
            <a:ext cx="502920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langchain_config.py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4447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langchain_groq import ChatGroq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" y="166420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PromptTemplate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88366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21031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ChatGroq(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32257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model_name="llama-3.3-70b-versatile",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5420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276148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max_tokens=1800,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29809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" y="32004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" y="34198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LCEL pipe chain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" y="36393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llm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" y="385876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" y="40782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chain.invoke({...})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" y="42976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FIXED — use .content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" y="45171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result.content.strip()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47365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OLD BUG: result.strip()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1024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Key Points Explained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1426464"/>
            <a:ext cx="3383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32704" y="1554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71616" y="148132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Groq = Free &amp; Fast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71616" y="175564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LLaMA 3.3-70B runs on Groq's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LPU hardware — 10x faster than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standard GPU inference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2295144"/>
            <a:ext cx="3383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32704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71616" y="235000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LCEL pipe operator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71616" y="262432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prompt | llm  chains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prompt template directly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the LLM in one clean line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163824"/>
            <a:ext cx="3383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32704" y="3291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71616" y="321868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The Critical Bug Fix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71616" y="349300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llm_chain.invoke() returns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AIMessage, NOT a string.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Must use  .content  property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4032504"/>
            <a:ext cx="3383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32704" y="4160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071616" y="408736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Temperature = 0.3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71616" y="436168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Low temperature = more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factual, less creative.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Perfect for news summaries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Installation — Local + Cloud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💻  Local Setup (3 steps)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17904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179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7824" y="1499616"/>
            <a:ext cx="3310128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1790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setup.sh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2048256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Creates venv, installs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dependencies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06624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06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77824" y="2688336"/>
            <a:ext cx="3310128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7066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(Windows: venv\Scripts\activate)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" y="3236976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Activates isolated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Python environment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95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7824" y="3877056"/>
            <a:ext cx="3310128" cy="5120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9534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7824" y="4425696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Opens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localhost:8501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02412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☁️  Streamlit Cloud (Free)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Push code to GitHub (.env must be in .gitignore)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121408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1396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Go to  share.streamlit.io  → Connect repo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79776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Select  app.py  as the entry point file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438144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Settings → Secrets → paste all 5 API keys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09651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4114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Click  Deploy  → Live in under 2 minutes 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7365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5 API Keys required (.env):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974336"/>
            <a:ext cx="804672" cy="237744"/>
          </a:xfrm>
          <a:prstGeom prst="roundRect">
            <a:avLst>
              <a:gd name="adj" fmla="val 38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GROQAI_API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41264" y="4974336"/>
            <a:ext cx="804672" cy="237744"/>
          </a:xfrm>
          <a:prstGeom prst="roundRect">
            <a:avLst>
              <a:gd name="adj" fmla="val 38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NEWSAPI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19088" y="4974336"/>
            <a:ext cx="804672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GNEWSAPI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96912" y="4974336"/>
            <a:ext cx="804672" cy="237744"/>
          </a:xfrm>
          <a:prstGeom prst="roundRect">
            <a:avLst>
              <a:gd name="adj" fmla="val 38462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THEGUARDIAN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74736" y="4974336"/>
            <a:ext cx="804672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4974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NEWSDATA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 — Numbers That Matter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1627632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115568"/>
            <a:ext cx="162763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" y="1651772"/>
            <a:ext cx="1627632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News APIs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1965594"/>
            <a:ext cx="1627632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Integrated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56816" y="1024128"/>
            <a:ext cx="1627632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56816" y="1115568"/>
            <a:ext cx="162763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56816" y="1651772"/>
            <a:ext cx="1627632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56816" y="1965594"/>
            <a:ext cx="1627632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Supported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1024128"/>
            <a:ext cx="1627632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115568"/>
            <a:ext cx="162763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12464" y="1651772"/>
            <a:ext cx="1627632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12464" y="1965594"/>
            <a:ext cx="1627632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Available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68112" y="1024128"/>
            <a:ext cx="1627632" cy="120700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115568"/>
            <a:ext cx="162763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68112" y="1651772"/>
            <a:ext cx="1627632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LLaMA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68112" y="1965594"/>
            <a:ext cx="1627632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Parameters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1024128"/>
            <a:ext cx="16276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115568"/>
            <a:ext cx="162763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1651772"/>
            <a:ext cx="1627632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Export Formats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965594"/>
            <a:ext cx="1627632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PDF·TXT·JSON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2395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🐛 Bugs Fixed in This Version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2743200"/>
            <a:ext cx="22860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42032" y="2743200"/>
            <a:ext cx="53949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743200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Bug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42032" y="2743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Fix Applied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552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Severity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035808"/>
            <a:ext cx="8732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07238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result.strip() on AIMessage object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06040" y="3072384"/>
            <a:ext cx="5266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result.content.strip()  — extracts string from LangChain AIMessage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73568" y="310896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73568" y="310896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493008"/>
            <a:ext cx="8732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52958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language='en' hardcoded in NewsAPI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06040" y="3529584"/>
            <a:ext cx="5266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Dynamic lang_code passed from user selection in sidebar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73568" y="356616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356616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Major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3950208"/>
            <a:ext cx="8732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98678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Language change re-fetched all news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06040" y="3986784"/>
            <a:ext cx="5266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session_state stores articles; language change only triggers translate()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73568" y="402336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73568" y="402336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Major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4407408"/>
            <a:ext cx="8732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44398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from streamlit import logger  unused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06040" y="4443984"/>
            <a:ext cx="5266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Removed — caused DeprecationWarning on Streamlit 1.38+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973568" y="448056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73568" y="448056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Minor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</a:rPr>
              <a:t>&amp; Future Scope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834640" cy="3090672"/>
          </a:xfrm>
          <a:prstGeom prst="rect">
            <a:avLst/>
          </a:prstGeom>
          <a:solidFill>
            <a:srgbClr val="FFFFFF">
              <a:alpha val="6000"/>
            </a:srgbClr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🏆  What We Built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End-to-end LLM news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4 API sources + deduplication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9077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Groq LLaMA 3.3 summarization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3649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24-language multilingual UI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822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PDF/TXT/JSON export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834640" cy="3090672"/>
          </a:xfrm>
          <a:prstGeom prst="rect">
            <a:avLst/>
          </a:prstGeom>
          <a:solidFill>
            <a:srgbClr val="FFFFFF">
              <a:alpha val="6000"/>
            </a:srgbClr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36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🎓  Key Learnings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55848" y="19933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LangChain LCEL pipe pattern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4505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AIMessage.content fix (critical bug)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9077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session_state no-rerun pattern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3649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Multi-API orchestration logic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3822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fpdf2 for cross-platform PDFs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834640" cy="3090672"/>
          </a:xfrm>
          <a:prstGeom prst="rect">
            <a:avLst/>
          </a:prstGeom>
          <a:solidFill>
            <a:srgbClr val="FFFFFF">
              <a:alpha val="6000"/>
            </a:srgbClr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536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🚀  Future Scope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27648" y="19933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Real-time news alerts/push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24505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Chat Q&amp;A on article content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29077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Sentiment analysis scoring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3649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News trend charts over 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382219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›  User auth + saved searches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5902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Prashant Singh  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·  prashantsinghgaur08@gmail.com  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·  github.com/prashantsingh08 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·  Groq + LangChain + Streamlit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Research Tool — 12 Slide Deck</dc:title>
  <dc:subject>PptxGenJS Presentation</dc:subject>
  <dc:creator>PptxGenJS</dc:creator>
  <cp:lastModifiedBy>PptxGenJS</cp:lastModifiedBy>
  <cp:revision>1</cp:revision>
  <dcterms:created xsi:type="dcterms:W3CDTF">2026-06-08T10:58:24Z</dcterms:created>
  <dcterms:modified xsi:type="dcterms:W3CDTF">2026-06-08T10:58:24Z</dcterms:modified>
</cp:coreProperties>
</file>